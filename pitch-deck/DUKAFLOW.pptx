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1d79062f8e50af5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1d79062f8e50af5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1d79062f8e50af5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1d79062f8e50af5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1d79062f8e50af5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1d79062f8e50af5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1d79062f8e50af5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1d79062f8e50af5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1d79062f8e50af5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1d79062f8e50af5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d79062f8e50af5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d79062f8e50af5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1d79062f8e50af5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1d79062f8e50af5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1d79062f8e50af5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1d79062f8e50af5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1d79062f8e50af5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1d79062f8e50af5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1d79062f8e50af5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1d79062f8e50af5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1d79062f8e50af5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1d79062f8e50af5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DUKAFLOW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2820"/>
              <a:t>Simple Business Management for Small Shops</a:t>
            </a:r>
            <a:endParaRPr sz="282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-GB" sz="2820"/>
              <a:t>     Track. Sell. Grow.</a:t>
            </a:r>
            <a:endParaRPr sz="282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282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282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 sz="2820"/>
              <a:t>     Founder: Abdikani Mohamed Abdille</a:t>
            </a:r>
            <a:endParaRPr sz="282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28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Problem: Small Shops Still Struggle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727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- Poor inventory tracking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     - Lost or inaccurate sales records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     - Difficulty tracking customer debts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     - Limited visibility into profits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     - Time-consuming manual calculations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     Result: Business owners lose money without knowing the problem.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Solution: Meet DukaFlow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727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DukaFlow is a simple digital platform managing daily operations.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- Track inventory easily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- Record sales instantly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- Manage customer debts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- Monitor profits &amp; get low-stock alerts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One platform. Simple tools. Better decisions.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It Works: From Daily Sales to Business Insights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727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1. Add Products: Create your product list and stock quantities.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2. Record Sales: Quickly record every transaction.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3. Automatic Stock Updates: Inventory changes as products are sold.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4. Track Debts: Record customer balances and payments.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5. View Reports: See sales, expenses and estimated profit.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6. Get Alerts: Know when important products are running low.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Target Customers: Built for Small Businesses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727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Our initial customers include: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- Retail shops &amp; Mini-markets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- Grocery &amp; Clothing stores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- Electronics shops &amp; Small wholesalers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Focus: Small business owners moving from paper records to digital management.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Market Opportunity: Bringing Digital Tools to Small Businesses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727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- Growing adoption of smartphones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- Increasing use of digital payments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- Growing demand for simple business software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- Many small businesses still use manual paper records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Opportunity: DukaFlow focuses on underserved small businesses needing affordable digital tools.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Model: Simple &amp; Affordable Pricing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727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- FREE PLAN: Basic inventory tracking, sales recording (KES 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- PREMIUM PLAN: Advanced reports, debts, low-stock alerts, cloud backup (KES 300–500 / month)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Revenue Model: Monthly subscription for advanced business tools.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Competitive Advantage: Why DukaFlow?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498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- Simple: Easy to learn and use.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- Affordable: Built for small business budgets.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- Mobile-First: Designed around how small business owners work.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- Bilingual: English and Somali language support.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- Focused: Essential tools without unnecessary complexity.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Go-To-Market: How We Reach Our First Customers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368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1. Local Demonstrations: Visit small businesses directly.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2. Free Trial: Test the platform before subscribing.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3. Referral Program: Reward users for introducing new customers.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4. Social Media: Use Facebook, TikTok &amp; WhatsApp.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5. Partnerships: Work with local business groups and suppliers.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Roadmap: Building Step by Step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390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- PHASE 1 (MVP): Accounts, product management, inventory &amp; sales.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- PHASE 2 (Tools): Customer debts, reports &amp; notifications.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- PHASE 3 (Mobile): Mobile application &amp; offline functionality.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- PHASE 4 (Growth): Advanced analytics &amp; payment integrations.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Founder &amp; Team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520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Founder: Abdikani Mohamed Abdille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Role: Software Development Student &amp; Aspiring Developer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Skills: Python, SQL &amp; Database, Web Development, Git &amp; GitHub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Mission: To use technology to solve practical problems for small businesses.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Small Businesses Easier to Manage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225100" y="1542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DukaFlow helps small business owners track business, understand numbers, and grow with confidence.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   Our Vision: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   To become a trusted digital business management platform for small businesses across Africa.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   DUKAFLOW — Track. Sell. Grow.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